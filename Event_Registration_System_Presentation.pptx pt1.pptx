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Registration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Year Project Presentation</a:t>
            </a:r>
          </a:p>
          <a:p/>
          <a:p>
            <a:r>
              <a:t>Student Name: AJIBEWA DANIEL</a:t>
            </a:r>
          </a:p>
          <a:p>
            <a:r>
              <a:t>Registration Number: 25625</a:t>
            </a:r>
          </a:p>
          <a:p>
            <a:r>
              <a:t>Course:</a:t>
            </a:r>
          </a:p>
          <a:p>
            <a:r>
              <a:t>Institution: ADVENTIST UNIVERSITY OF CENTRAL AFRICA</a:t>
            </a:r>
          </a:p>
          <a:p>
            <a:r>
              <a:t>Supervisor:</a:t>
            </a:r>
          </a:p>
          <a:p>
            <a:r>
              <a:t>Date: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Events are common in universities and organizations.</a:t>
            </a:r>
          </a:p>
          <a:p>
            <a:r>
              <a:t>Manual event registration is slow and error-prone.</a:t>
            </a:r>
          </a:p>
          <a:p>
            <a:r>
              <a:t>This project introduces a web-based Event Registration System to automate the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registration causes:</a:t>
            </a:r>
          </a:p>
          <a:p>
            <a:r>
              <a:t>- Long queues</a:t>
            </a:r>
          </a:p>
          <a:p>
            <a:r>
              <a:t>- Data loss</a:t>
            </a:r>
          </a:p>
          <a:p>
            <a:r>
              <a:t>- Duplicate records</a:t>
            </a:r>
          </a:p>
          <a:p>
            <a:r>
              <a:t>- Poor attendance tracking</a:t>
            </a:r>
          </a:p>
          <a:p>
            <a:r>
              <a:t>- No proper reporting system</a:t>
            </a:r>
          </a:p>
          <a:p>
            <a:r>
              <a:t>- No automated confirmation to participants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Main Objective:</a:t>
            </a:r>
            <a:endParaRPr sz="2800"/>
          </a:p>
          <a:p>
            <a:r>
              <a:rPr sz="2800"/>
              <a:t>To design and implement an automated Event Registration System.</a:t>
            </a:r>
            <a:endParaRPr sz="2800"/>
          </a:p>
          <a:p>
            <a:endParaRPr sz="2800"/>
          </a:p>
          <a:p>
            <a:r>
              <a:rPr sz="2800"/>
              <a:t>Specific Objectives:</a:t>
            </a:r>
            <a:endParaRPr sz="2800"/>
          </a:p>
          <a:p>
            <a:r>
              <a:rPr sz="2800"/>
              <a:t>- To allow users to register online</a:t>
            </a:r>
            <a:endParaRPr sz="2800"/>
          </a:p>
          <a:p>
            <a:r>
              <a:rPr sz="2800"/>
              <a:t>- To enable admins to create and manage events</a:t>
            </a:r>
            <a:endParaRPr sz="2800"/>
          </a:p>
          <a:p>
            <a:r>
              <a:rPr sz="2800"/>
              <a:t>- To generate event tickets</a:t>
            </a:r>
            <a:endParaRPr sz="2800"/>
          </a:p>
          <a:p>
            <a:r>
              <a:rPr sz="2800"/>
              <a:t>- To track attendance digitally</a:t>
            </a:r>
            <a:endParaRPr sz="2800"/>
          </a:p>
          <a:p>
            <a:r>
              <a:rPr sz="2800"/>
              <a:t>- To generate event reports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The system allows:</a:t>
            </a:r>
            <a:endParaRPr sz="2800"/>
          </a:p>
          <a:p>
            <a:r>
              <a:rPr sz="2800"/>
              <a:t>- User registration and login</a:t>
            </a:r>
            <a:endParaRPr sz="2800"/>
          </a:p>
          <a:p>
            <a:r>
              <a:rPr sz="2800"/>
              <a:t>- Viewing available events</a:t>
            </a:r>
            <a:endParaRPr sz="2800"/>
          </a:p>
          <a:p>
            <a:r>
              <a:rPr sz="2800"/>
              <a:t>- Online event registration</a:t>
            </a:r>
            <a:endParaRPr sz="2800"/>
          </a:p>
          <a:p>
            <a:r>
              <a:rPr sz="2800"/>
              <a:t>- Ticket generation</a:t>
            </a:r>
            <a:endParaRPr sz="2800"/>
          </a:p>
          <a:p>
            <a:r>
              <a:rPr sz="2800"/>
              <a:t>- Attendance tracking</a:t>
            </a:r>
            <a:endParaRPr sz="2800"/>
          </a:p>
          <a:p>
            <a:r>
              <a:rPr sz="2800"/>
              <a:t>- Admin event management</a:t>
            </a:r>
            <a:endParaRPr sz="2800"/>
          </a:p>
          <a:p>
            <a:endParaRPr sz="2800"/>
          </a:p>
          <a:p>
            <a:r>
              <a:rPr sz="2800"/>
              <a:t>Not included:</a:t>
            </a:r>
            <a:endParaRPr sz="2800"/>
          </a:p>
          <a:p>
            <a:r>
              <a:rPr sz="2800"/>
              <a:t>- Online payment (future enhancement)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Java (Spring Boot)</a:t>
            </a:r>
          </a:p>
          <a:p>
            <a:r>
              <a:t>Database: MySQL</a:t>
            </a:r>
          </a:p>
          <a:p>
            <a:r>
              <a:t>Frontend: HTML, CSS, JavaScript, Bootstrap</a:t>
            </a:r>
          </a:p>
          <a:p>
            <a:r>
              <a:t>Version Control: Git &amp; GitHub</a:t>
            </a:r>
          </a:p>
          <a:p>
            <a:r>
              <a:t>Containerization: Docker</a:t>
            </a:r>
          </a:p>
          <a:p>
            <a:r>
              <a:t>Diagram Tool: Draw.io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uses MVC Architecture</a:t>
            </a:r>
          </a:p>
          <a:p>
            <a:r>
              <a:t>- Model: Database &amp; business logic</a:t>
            </a:r>
          </a:p>
          <a:p>
            <a:r>
              <a:t>- View: User interface</a:t>
            </a:r>
          </a:p>
          <a:p>
            <a:r>
              <a:t>- Controller: Handles user requests</a:t>
            </a:r>
          </a:p>
          <a:p/>
          <a:p>
            <a:r>
              <a:t>Advantages:</a:t>
            </a:r>
          </a:p>
          <a:p>
            <a:r>
              <a:t>- Easy maintenance</a:t>
            </a:r>
          </a:p>
          <a:p>
            <a:r>
              <a:t>- High security</a:t>
            </a:r>
          </a:p>
          <a:p>
            <a:r>
              <a:t>- Scalable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</a:t>
            </a:r>
            <a:r>
              <a:t>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</a:p>
          <a:p/>
          <a:p/>
          <a:p/>
          <a:p/>
          <a:p/>
        </p:txBody>
      </p:sp>
      <p:pic>
        <p:nvPicPr>
          <p:cNvPr id="5" name="Picture 4" descr="DATA FLOW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65" y="1565275"/>
            <a:ext cx="8053070" cy="3727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3710"/>
            <a:ext cx="8229600" cy="4525963"/>
          </a:xfrm>
        </p:spPr>
        <p:txBody>
          <a:bodyPr>
            <a:normAutofit/>
          </a:bodyPr>
          <a:lstStyle/>
          <a:p/>
          <a:p/>
          <a:p/>
          <a:p/>
          <a:p/>
          <a:p/>
          <a:p/>
          <a:p/>
          <a:p/>
          <a:p/>
          <a:p/>
          <a:p/>
        </p:txBody>
      </p:sp>
      <p:pic>
        <p:nvPicPr>
          <p:cNvPr id="4" name="Picture 3" descr="SEQUENCE DIAGRAM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0" y="1417955"/>
            <a:ext cx="4780280" cy="4022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(ER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/>
              <a:t>(Insert your ER Diagram here)</a:t>
            </a:r>
            <a:endParaRPr sz="2400"/>
          </a:p>
          <a:p>
            <a:endParaRPr sz="2400"/>
          </a:p>
          <a:p>
            <a:pPr marL="0" indent="0">
              <a:buNone/>
            </a:pPr>
            <a:endParaRPr sz="2400"/>
          </a:p>
        </p:txBody>
      </p:sp>
      <p:pic>
        <p:nvPicPr>
          <p:cNvPr id="4" name="Picture 3" descr="ER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85" y="2200910"/>
            <a:ext cx="6314440" cy="33248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Singleton Pattern: Used for database connection. Ensures only one DB instance.</a:t>
            </a:r>
          </a:p>
          <a:p>
            <a:r>
              <a:t>Factory Pattern: Used for creating user roles. Admin and User objects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 &amp; Login</a:t>
            </a:r>
          </a:p>
          <a:p>
            <a:r>
              <a:t>Event Creation</a:t>
            </a:r>
          </a:p>
          <a:p>
            <a:r>
              <a:t>Online Event Registration</a:t>
            </a:r>
          </a:p>
          <a:p>
            <a:r>
              <a:t>Ticket Generation</a:t>
            </a:r>
          </a:p>
          <a:p>
            <a:r>
              <a:t>Attendance Tracking</a:t>
            </a:r>
          </a:p>
          <a:p>
            <a:r>
              <a:t>Email Notifications</a:t>
            </a:r>
          </a:p>
          <a:p>
            <a:r>
              <a:t>Admin Dashboard</a:t>
            </a:r>
          </a:p>
          <a:p>
            <a:r>
              <a:t>Report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Unit Testing</a:t>
            </a:r>
            <a:endParaRPr sz="2800"/>
          </a:p>
          <a:p>
            <a:r>
              <a:rPr sz="2800"/>
              <a:t>Integration Testing</a:t>
            </a:r>
            <a:endParaRPr sz="2800"/>
          </a:p>
          <a:p>
            <a:r>
              <a:rPr sz="2800"/>
              <a:t>Manual Testing</a:t>
            </a:r>
            <a:endParaRPr sz="2800"/>
          </a:p>
          <a:p>
            <a:endParaRPr sz="2800"/>
          </a:p>
          <a:p>
            <a:r>
              <a:rPr sz="2800"/>
              <a:t>Tested modules:</a:t>
            </a:r>
            <a:endParaRPr sz="2800"/>
          </a:p>
          <a:p>
            <a:r>
              <a:rPr sz="2800"/>
              <a:t>- User Registration</a:t>
            </a:r>
            <a:endParaRPr sz="2800"/>
          </a:p>
          <a:p>
            <a:r>
              <a:rPr sz="2800"/>
              <a:t>- Login</a:t>
            </a:r>
            <a:endParaRPr sz="2800"/>
          </a:p>
          <a:p>
            <a:r>
              <a:rPr sz="2800"/>
              <a:t>- Event Creation</a:t>
            </a:r>
            <a:endParaRPr sz="2800"/>
          </a:p>
          <a:p>
            <a:r>
              <a:rPr sz="2800"/>
              <a:t>- Event Registration</a:t>
            </a:r>
            <a:endParaRPr sz="2800"/>
          </a:p>
          <a:p>
            <a:r>
              <a:rPr sz="2800"/>
              <a:t>- Attendance Tracking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(Docker &amp; GitHub)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used to containerize:</a:t>
            </a:r>
          </a:p>
          <a:p>
            <a:r>
              <a:t>- Backend service</a:t>
            </a:r>
          </a:p>
          <a:p>
            <a:r>
              <a:t>- MySQL database</a:t>
            </a:r>
          </a:p>
          <a:p>
            <a:r>
              <a:t>GitHub used for:</a:t>
            </a:r>
          </a:p>
          <a:p>
            <a:r>
              <a:t>- Version control</a:t>
            </a:r>
          </a:p>
          <a:p>
            <a:r>
              <a:t>- Project sharing</a:t>
            </a:r>
          </a:p>
          <a:p>
            <a:r>
              <a:t>- Code backup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works successfully</a:t>
            </a:r>
          </a:p>
          <a:p>
            <a:r>
              <a:t>Users can register without errors</a:t>
            </a:r>
          </a:p>
          <a:p>
            <a:r>
              <a:t>Admin can manage events properly</a:t>
            </a:r>
          </a:p>
          <a:p>
            <a:r>
              <a:t>Attendance tracking is accurate</a:t>
            </a:r>
          </a:p>
          <a:p>
            <a:r>
              <a:t>Data is stored securely in MySQL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mobile application version</a:t>
            </a:r>
          </a:p>
          <a:p>
            <a:r>
              <a:t>No online payment integration</a:t>
            </a:r>
          </a:p>
          <a:p>
            <a:r>
              <a:t>Requires internet connection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 version (Android &amp; iOS)</a:t>
            </a:r>
          </a:p>
          <a:p>
            <a:r>
              <a:t>Online payment integration</a:t>
            </a:r>
          </a:p>
          <a:p>
            <a:r>
              <a:t>SMS notifications</a:t>
            </a:r>
          </a:p>
          <a:p>
            <a:r>
              <a:t>Facial recognition attendance</a:t>
            </a:r>
          </a:p>
          <a:p>
            <a:r>
              <a:t>Advanced analytics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Event Registration System successfully automated:</a:t>
            </a:r>
          </a:p>
          <a:p>
            <a:r>
              <a:t>- Event management</a:t>
            </a:r>
          </a:p>
          <a:p>
            <a:r>
              <a:t>- Participant registration</a:t>
            </a:r>
          </a:p>
          <a:p>
            <a:r>
              <a:t>- Attendance tracking</a:t>
            </a:r>
          </a:p>
          <a:p>
            <a:r>
              <a:t>The system reduces manual work and improves efficiency.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Source Code:</a:t>
            </a:r>
          </a:p>
          <a:p>
            <a:r>
              <a:t>(Paste your GitHub link here)</a:t>
            </a:r>
          </a:p>
          <a:p>
            <a:r>
              <a:t>Open source and well documented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Listening</a:t>
            </a:r>
          </a:p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2957</Words>
  <Application>WPS Presentation</Application>
  <PresentationFormat>On-screen Show (4:3)</PresentationFormat>
  <Paragraphs>181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Event Registration System</vt:lpstr>
      <vt:lpstr>Introduction</vt:lpstr>
      <vt:lpstr>Problem Statement</vt:lpstr>
      <vt:lpstr>Objectives of the Project</vt:lpstr>
      <vt:lpstr>Scope of the System</vt:lpstr>
      <vt:lpstr>Tools &amp; Technologies Used</vt:lpstr>
      <vt:lpstr>System Architecture</vt:lpstr>
      <vt:lpstr>Data flowDiagram</vt:lpstr>
      <vt:lpstr>Sequence Diagram</vt:lpstr>
      <vt:lpstr>Database Design (ER Diagram)</vt:lpstr>
      <vt:lpstr>Design Patterns Used</vt:lpstr>
      <vt:lpstr>System Features</vt:lpstr>
      <vt:lpstr>Testing Methods</vt:lpstr>
      <vt:lpstr>Deployment (Docker &amp; GitHub)</vt:lpstr>
      <vt:lpstr>Results</vt:lpstr>
      <vt:lpstr>Limitations</vt:lpstr>
      <vt:lpstr>Future Enhancements</vt:lpstr>
      <vt:lpstr>Conclusion</vt:lpstr>
      <vt:lpstr>GitHub Repository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ajibe</cp:lastModifiedBy>
  <cp:revision>3</cp:revision>
  <dcterms:created xsi:type="dcterms:W3CDTF">2013-01-27T09:14:00Z</dcterms:created>
  <dcterms:modified xsi:type="dcterms:W3CDTF">2025-11-29T21:27:17Z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CD67B558E0BF4AA6894C066AD6890B8C_13</vt:lpwstr>
  </property>
  <property fmtid="{D5CDD505-2E9C-101B-9397-08002B2CF9AE}" pid="3" name="KSOProductBuildVer">
    <vt:lpwstr>2057-12.2.0.23155</vt:lpwstr>
  </property>
</Properties>
</file>